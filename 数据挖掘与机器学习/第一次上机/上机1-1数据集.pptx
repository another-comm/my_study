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0" r:id="rId4"/>
    <p:sldId id="258" r:id="rId5"/>
    <p:sldId id="263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690688"/>
            <a:ext cx="12192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98CFC-4E5B-4074-AA5F-BCD0A9D15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6632B-B026-4A94-B0F2-2E7A8C5F38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 房价预测与回归问题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18" y="2558642"/>
            <a:ext cx="4756490" cy="28858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42" y="1713068"/>
            <a:ext cx="3098689" cy="196757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65142" y="3907278"/>
            <a:ext cx="3812666" cy="2191315"/>
          </a:xfrm>
          <a:prstGeom prst="rect">
            <a:avLst/>
          </a:prstGeom>
        </p:spPr>
      </p:pic>
      <p:sp>
        <p:nvSpPr>
          <p:cNvPr id="4" name="箭头: 上 3"/>
          <p:cNvSpPr/>
          <p:nvPr/>
        </p:nvSpPr>
        <p:spPr>
          <a:xfrm rot="5400000">
            <a:off x="5791885" y="2452136"/>
            <a:ext cx="760602" cy="1388520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/>
          <p:cNvSpPr/>
          <p:nvPr/>
        </p:nvSpPr>
        <p:spPr>
          <a:xfrm rot="5400000">
            <a:off x="5791885" y="4288146"/>
            <a:ext cx="760602" cy="1388519"/>
          </a:xfrm>
          <a:prstGeom prst="up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/>
              <a:t> 房价预测与回归问题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14507" y="2986644"/>
            <a:ext cx="7037504" cy="1689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如何让机器从</a:t>
            </a:r>
            <a:r>
              <a:rPr lang="zh-CN" altLang="en-US" sz="2800" b="1" dirty="0">
                <a:highlight>
                  <a:srgbClr val="FFFF00"/>
                </a:highlight>
                <a:ea typeface="宋体" panose="02010600030101010101" pitchFamily="2" charset="-122"/>
                <a:cs typeface="Times New Roman" panose="02020603050405020304" pitchFamily="18" charset="0"/>
              </a:rPr>
              <a:t>数据集</a:t>
            </a:r>
            <a:r>
              <a:rPr lang="zh-CN" altLang="en-US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中学习建立</a:t>
            </a:r>
            <a:r>
              <a:rPr lang="zh-CN" altLang="en-US" sz="2800" b="1" dirty="0">
                <a:highlight>
                  <a:srgbClr val="FFFF00"/>
                </a:highlight>
                <a:ea typeface="宋体" panose="02010600030101010101" pitchFamily="2" charset="-122"/>
                <a:cs typeface="Times New Roman" panose="02020603050405020304" pitchFamily="18" charset="0"/>
              </a:rPr>
              <a:t>数学模型</a:t>
            </a:r>
            <a:r>
              <a:rPr lang="zh-CN" altLang="en-US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8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如何评估</a:t>
            </a:r>
            <a:r>
              <a:rPr lang="zh-CN" altLang="en-US" sz="2800" b="1" dirty="0">
                <a:highlight>
                  <a:srgbClr val="FFFF00"/>
                </a:highlight>
                <a:ea typeface="宋体" panose="02010600030101010101" pitchFamily="2" charset="-122"/>
                <a:cs typeface="Times New Roman" panose="02020603050405020304" pitchFamily="18" charset="0"/>
              </a:rPr>
              <a:t>机器学习的效果</a:t>
            </a:r>
            <a:r>
              <a:rPr lang="zh-CN" altLang="en-US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zh-CN" altLang="en-US" sz="28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10361" y="2735546"/>
            <a:ext cx="3812666" cy="2191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数据集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78788"/>
            <a:ext cx="10653422" cy="3027202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1644242" y="3473041"/>
            <a:ext cx="8649049" cy="31867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1644242" y="3944222"/>
            <a:ext cx="8649049" cy="31867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015765" y="4457348"/>
            <a:ext cx="9906001" cy="31867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1.2 </a:t>
            </a:r>
            <a:r>
              <a:rPr lang="zh-CN" altLang="en-US">
                <a:sym typeface="+mn-ea"/>
              </a:rPr>
              <a:t>数据集观察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1.3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mat</a:t>
            </a:r>
            <a:r>
              <a:rPr lang="zh-CN" altLang="en-US">
                <a:sym typeface="+mn-ea"/>
              </a:rPr>
              <a:t>作图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相关矩阵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23403" y="1819810"/>
            <a:ext cx="7762430" cy="1303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相关系数：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是度量两个变量间的线性关系的</a:t>
            </a:r>
            <a:endParaRPr lang="en-US" altLang="zh-CN" sz="2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统计量，一般用字母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表示，如公式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所示。</a:t>
            </a:r>
            <a:endParaRPr lang="zh-CN" altLang="zh-CN" sz="2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13362" y="3429000"/>
          <a:ext cx="3510704" cy="1367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1" imgW="1600200" imgH="622300" progId="Equation.DSMT4">
                  <p:embed/>
                </p:oleObj>
              </mc:Choice>
              <mc:Fallback>
                <p:oleObj name="Equation" r:id="rId1" imgW="1600200" imgH="622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362" y="3429000"/>
                        <a:ext cx="3510704" cy="13673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6534419" y="3854425"/>
            <a:ext cx="15242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1.1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800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65532" y="5209551"/>
          <a:ext cx="6437941" cy="353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3" imgW="5435600" imgH="304800" progId="Equation.DSMT4">
                  <p:embed/>
                </p:oleObj>
              </mc:Choice>
              <mc:Fallback>
                <p:oleObj name="Equation" r:id="rId3" imgW="5435600" imgH="304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532" y="5209551"/>
                        <a:ext cx="6437941" cy="3537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65532" y="5800140"/>
          <a:ext cx="3006730" cy="300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5" imgW="2667000" imgH="266700" progId="Equation.DSMT4">
                  <p:embed/>
                </p:oleObj>
              </mc:Choice>
              <mc:Fallback>
                <p:oleObj name="Equation" r:id="rId5" imgW="2667000" imgH="266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532" y="5800140"/>
                        <a:ext cx="3006730" cy="300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972262" y="5723434"/>
            <a:ext cx="4137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EY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EXY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表示数学期望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相关矩阵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162575"/>
            <a:ext cx="11620500" cy="4105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>宽屏</PresentationFormat>
  <Paragraphs>24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等线 Light</vt:lpstr>
      <vt:lpstr>等线</vt:lpstr>
      <vt:lpstr>微软雅黑</vt:lpstr>
      <vt:lpstr>Arial Unicode MS</vt:lpstr>
      <vt:lpstr>Calibri</vt:lpstr>
      <vt:lpstr>Office 主题​​</vt:lpstr>
      <vt:lpstr>Equation.DSMT4</vt:lpstr>
      <vt:lpstr>Equation.DSMT4</vt:lpstr>
      <vt:lpstr>Equation.DSMT4</vt:lpstr>
      <vt:lpstr>例1 房价预测与回归问题</vt:lpstr>
      <vt:lpstr>例1 房价预测与回归问题</vt:lpstr>
      <vt:lpstr>1.1 数据集</vt:lpstr>
      <vt:lpstr>1.2 数据集观察和使用mat作图</vt:lpstr>
      <vt:lpstr>PowerPoint 演示文稿</vt:lpstr>
      <vt:lpstr>1.3 相关矩阵</vt:lpstr>
      <vt:lpstr>1.4 相关矩阵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better</dc:creator>
  <cp:lastModifiedBy>GJ</cp:lastModifiedBy>
  <cp:revision>24</cp:revision>
  <dcterms:created xsi:type="dcterms:W3CDTF">2020-02-20T04:07:00Z</dcterms:created>
  <dcterms:modified xsi:type="dcterms:W3CDTF">2026-03-04T00:31:56Z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77254991B404494890F1CDA8E4EDD980_12</vt:lpwstr>
  </property>
  <property fmtid="{D5CDD505-2E9C-101B-9397-08002B2CF9AE}" pid="3" name="KSOProductBuildVer">
    <vt:lpwstr>2052-12.1.0.25225</vt:lpwstr>
  </property>
</Properties>
</file>