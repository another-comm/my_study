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80" r:id="rId5"/>
    <p:sldId id="300" r:id="rId6"/>
    <p:sldId id="301" r:id="rId7"/>
    <p:sldId id="302" r:id="rId8"/>
    <p:sldId id="303" r:id="rId9"/>
    <p:sldId id="304" r:id="rId10"/>
    <p:sldId id="281" r:id="rId11"/>
    <p:sldId id="268" r:id="rId12"/>
    <p:sldId id="269" r:id="rId13"/>
    <p:sldId id="271" r:id="rId14"/>
    <p:sldId id="298" r:id="rId15"/>
    <p:sldId id="299" r:id="rId16"/>
    <p:sldId id="270" r:id="rId17"/>
    <p:sldId id="272" r:id="rId18"/>
    <p:sldId id="273" r:id="rId19"/>
    <p:sldId id="274" r:id="rId20"/>
    <p:sldId id="278" r:id="rId21"/>
    <p:sldId id="279" r:id="rId22"/>
  </p:sldIdLst>
  <p:sldSz cx="9144000" cy="6858000" type="screen4x3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80" d="100"/>
          <a:sy n="80" d="100"/>
        </p:scale>
        <p:origin x="246" y="-132"/>
      </p:cViewPr>
      <p:guideLst>
        <p:guide orient="horz" pos="216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5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jpe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tags" Target="../tags/tag3.xml"/><Relationship Id="rId2" Type="http://schemas.openxmlformats.org/officeDocument/2006/relationships/image" Target="../media/image20.png"/><Relationship Id="rId1" Type="http://schemas.openxmlformats.org/officeDocument/2006/relationships/tags" Target="../tags/tag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tags" Target="../tags/tag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习题课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zh-CN" altLang="en-US" sz="4800" dirty="0"/>
              <a:t>第八章习题</a:t>
            </a:r>
            <a:endParaRPr lang="zh-CN" alt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4970" y="1268730"/>
            <a:ext cx="8142605" cy="698500"/>
          </a:xfrm>
          <a:prstGeom prst="rect">
            <a:avLst/>
          </a:prstGeom>
        </p:spPr>
      </p:pic>
      <p:pic>
        <p:nvPicPr>
          <p:cNvPr id="6" name="图片 5" descr="FH10~C``S`[HA%L(1)EDA0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75" y="2132965"/>
            <a:ext cx="8520430" cy="35864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06375" y="4869180"/>
            <a:ext cx="495300" cy="27559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12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8.6</a:t>
            </a:r>
            <a:endParaRPr lang="en-US" altLang="zh-CN" sz="120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3215" y="765175"/>
            <a:ext cx="8278495" cy="58229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251460" y="1485265"/>
            <a:ext cx="8275955" cy="223012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495935" y="3789045"/>
            <a:ext cx="8151495" cy="27412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683260" y="2209165"/>
            <a:ext cx="4623435" cy="4508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60" y="405130"/>
            <a:ext cx="7612380" cy="201168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322898" y="2780983"/>
            <a:ext cx="8296274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9750" y="692785"/>
            <a:ext cx="8183245" cy="37445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467360" y="405130"/>
            <a:ext cx="7936230" cy="59575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3260" y="1268730"/>
            <a:ext cx="7010400" cy="29032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95605" y="548640"/>
            <a:ext cx="8010525" cy="1257300"/>
          </a:xfrm>
          <a:prstGeom prst="rect">
            <a:avLst/>
          </a:prstGeom>
        </p:spPr>
      </p:pic>
      <p:pic>
        <p:nvPicPr>
          <p:cNvPr id="6" name="图片 5" descr="QBYQVS2TP15~ZNE%KWM8U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05" y="1917065"/>
            <a:ext cx="6264910" cy="4089400"/>
          </a:xfrm>
          <a:prstGeom prst="rect">
            <a:avLst/>
          </a:prstGeom>
        </p:spPr>
      </p:pic>
      <p:pic>
        <p:nvPicPr>
          <p:cNvPr id="7" name="图片 6" descr="DT[18P$2Q0OPU6$SM$93$~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420" y="5373370"/>
            <a:ext cx="4902200" cy="1038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altLang="zh-CN" sz="4000" dirty="0"/>
          </a:p>
          <a:p>
            <a:pPr marL="0" indent="0" algn="ctr">
              <a:buNone/>
            </a:pPr>
            <a:endParaRPr lang="en-US" altLang="zh-CN" sz="4000" dirty="0"/>
          </a:p>
          <a:p>
            <a:pPr marL="0" indent="0" algn="ctr">
              <a:buNone/>
            </a:pPr>
            <a:r>
              <a:rPr lang="zh-CN" altLang="en-US" sz="4800" dirty="0"/>
              <a:t>第九章习题</a:t>
            </a:r>
            <a:endParaRPr lang="zh-CN" altLang="en-US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76671"/>
            <a:ext cx="8064896" cy="241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 descr="C:\Users\MYW\AppData\Roaming\Tencent\Users\837926013\QQ\WinTemp\RichOle\6ZS6A2DG7A92GWGJV%F3R{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55" y="3429000"/>
            <a:ext cx="8221442" cy="1700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40768"/>
            <a:ext cx="8038824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 descr="C:\Users\MYW\AppData\Roaming\Tencent\Users\837926013\QQ\WinTemp\RichOle\WDHXRRI`5}2@C){AZ(8B}T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40968"/>
            <a:ext cx="8873572" cy="3525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1460" y="2493010"/>
            <a:ext cx="8229600" cy="26384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67360" y="533400"/>
            <a:ext cx="6510020" cy="14547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1505" y="1461770"/>
            <a:ext cx="6981825" cy="39338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" descr="C:\Users\MYW\AppData\Roaming\Tencent\Users\837926013\QQ\WinTemp\RichOle\SDSEQBYY(LGVS[9Q91JJ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87" y="304800"/>
            <a:ext cx="8352928" cy="3430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 descr="C:\Users\MYW\AppData\Roaming\Tencent\Users\837926013\QQ\WinTemp\RichOle\EHM_F%NASQ$AT7SQ36G$MF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789040"/>
            <a:ext cx="9116233" cy="306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Picture 1" descr="C:\Users\MYW\AppData\Roaming\Tencent\Users\837926013\QQ\WinTemp\RichOle\%LOOY9]M(GQYIKY[FV0NVY6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781274"/>
            <a:ext cx="6552728" cy="2271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56992"/>
            <a:ext cx="9091617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52" y="332656"/>
            <a:ext cx="8754620" cy="3465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 descr="C:\Users\MYW\AppData\Roaming\Tencent\Users\837926013\QQ\WinTemp\RichOle\`D(101ZY2[R$%}GE)G~)C7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59" y="4149080"/>
            <a:ext cx="8864028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2" y="692696"/>
            <a:ext cx="8813332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FUIY`A`LBGWQCSDPXT`HIJU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9240" y="1340485"/>
            <a:ext cx="8787130" cy="2109470"/>
          </a:xfrm>
          <a:prstGeom prst="rect">
            <a:avLst/>
          </a:prstGeom>
        </p:spPr>
      </p:pic>
      <p:pic>
        <p:nvPicPr>
          <p:cNvPr id="5" name="图片 4" descr="_VGV}IGDCJI{SY36[MJ9YW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70" y="3644900"/>
            <a:ext cx="9144000" cy="1223010"/>
          </a:xfrm>
          <a:prstGeom prst="rect">
            <a:avLst/>
          </a:prstGeom>
        </p:spPr>
      </p:pic>
      <p:pic>
        <p:nvPicPr>
          <p:cNvPr id="6" name="图片 5" descr="333$MH~K}PL8IPZ1N8I(35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" y="5030470"/>
            <a:ext cx="7572375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WY~2GZQ4IB6WGEEVX`1ILL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765" y="1799590"/>
            <a:ext cx="8688705" cy="38011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980,&quot;width&quot;:12615}"/>
</p:tagLst>
</file>

<file path=ppt/tags/tag2.xml><?xml version="1.0" encoding="utf-8"?>
<p:tagLst xmlns:p="http://schemas.openxmlformats.org/presentationml/2006/main">
  <p:tag name="KSO_WM_UNIT_PLACING_PICTURE_USER_VIEWPORT" val="{&quot;height&quot;:4155,&quot;width&quot;:12960}"/>
</p:tagLst>
</file>

<file path=ppt/tags/tag3.xml><?xml version="1.0" encoding="utf-8"?>
<p:tagLst xmlns:p="http://schemas.openxmlformats.org/presentationml/2006/main">
  <p:tag name="KSO_WM_UNIT_PLACING_PICTURE_USER_VIEWPORT" val="{&quot;height&quot;:2655,&quot;width&quot;:11880}"/>
</p:tagLst>
</file>

<file path=ppt/tags/tag4.xml><?xml version="1.0" encoding="utf-8"?>
<p:tagLst xmlns:p="http://schemas.openxmlformats.org/presentationml/2006/main">
  <p:tag name="KSO_WM_UNIT_PLACING_PICTURE_USER_VIEWPORT" val="{&quot;height&quot;:3200,&quot;width&quot;:14400}"/>
</p:tagLst>
</file>

<file path=ppt/tags/tag5.xml><?xml version="1.0" encoding="utf-8"?>
<p:tagLst xmlns:p="http://schemas.openxmlformats.org/presentationml/2006/main">
  <p:tag name="KSO_WPP_MARK_KEY" val="1fc00cb4-6e95-4dd5-bcc0-3567d71e2c86"/>
  <p:tag name="COMMONDATA" val="eyJoZGlkIjoiMDBiMDBmOThhYWE2ZDZkNjY4YzI1NzE1ODdhZGNmZmEifQ=="/>
  <p:tag name="commondata" val="eyJoZGlkIjoiYzc0ZTVlYWNlMTcwNzI1YzBkZTQyYWYxYTEzOGFjNmI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透明">
  <a:themeElements>
    <a:clrScheme name="精装书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Office 经典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透明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0</TotalTime>
  <Words>18</Words>
  <Application>WPS 演示</Application>
  <PresentationFormat>全屏显示(4:3)</PresentationFormat>
  <Paragraphs>10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方正舒体</vt:lpstr>
      <vt:lpstr>微软雅黑</vt:lpstr>
      <vt:lpstr>Arial Unicode MS</vt:lpstr>
      <vt:lpstr>Calibri</vt:lpstr>
      <vt:lpstr>透明</vt:lpstr>
      <vt:lpstr>习题课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习题课</dc:title>
  <dc:creator>MYW</dc:creator>
  <cp:lastModifiedBy>文文</cp:lastModifiedBy>
  <cp:revision>26</cp:revision>
  <dcterms:created xsi:type="dcterms:W3CDTF">2020-06-02T18:56:00Z</dcterms:created>
  <dcterms:modified xsi:type="dcterms:W3CDTF">2025-11-23T13:12:27Z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SaveFontToCloudKey">
    <vt:lpwstr>711795654_btnclosed</vt:lpwstr>
  </property>
  <property fmtid="{D5CDD505-2E9C-101B-9397-08002B2CF9AE}" pid="3" name="ICV">
    <vt:lpwstr>6473E073AB014958B4B6344EABDCB58D</vt:lpwstr>
  </property>
  <property fmtid="{D5CDD505-2E9C-101B-9397-08002B2CF9AE}" pid="4" name="KSOProductBuildVer">
    <vt:lpwstr>2052-12.1.0.23125</vt:lpwstr>
  </property>
</Properties>
</file>