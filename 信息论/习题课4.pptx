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  <p:sldId id="259" r:id="rId6"/>
    <p:sldId id="276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95" r:id="rId19"/>
    <p:sldId id="293" r:id="rId20"/>
    <p:sldId id="271" r:id="rId21"/>
    <p:sldId id="292" r:id="rId22"/>
    <p:sldId id="273" r:id="rId23"/>
    <p:sldId id="274" r:id="rId24"/>
    <p:sldId id="294" r:id="rId25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96"/>
      </p:cViewPr>
      <p:guideLst>
        <p:guide orient="horz" pos="2196"/>
        <p:guide pos="28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0-16T22:01:5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9039.31 7470.94,'0'14,"0"-1,0 0,0 1,0-1,0 1,0-1,0 0,0 1,0-1,0 0,0 1,0-1,0-13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0-16T22:01:53"/>
    </inkml:context>
    <inkml:brush xml:id="br0">
      <inkml:brushProperty name="width" value="0.05292" units="cm"/>
      <inkml:brushProperty name="height" value="0.05292" units="cm"/>
      <inkml:brushProperty name="color" value="#f80600"/>
      <inkml:brushProperty name="ignorePressure" value="0"/>
    </inkml:brush>
  </inkml:definitions>
  <inkml:trace contextRef="#ctx0" brushRef="#br0">9039.31 6896.94,'0'13,"0"0,13-13,-13 14,0-1,0 0,0 1,0-1,13-13,1 14,-1-14,0 0,1 0,-1-14,-13 1,0-1,0 1,0 0,0-1,0 1,0 0,0-1,0 1,-13 13,-1 0,1 0,0 0,13 13,-14-13,1 14,0-1,-1 14,1-27,13 13,0-13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customXml" Target="../ink/ink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 smtClean="0"/>
              <a:t>第四章习题课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2656"/>
            <a:ext cx="7546438" cy="235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55940"/>
            <a:ext cx="8669420" cy="3474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6672"/>
            <a:ext cx="8882360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764704"/>
            <a:ext cx="5976664" cy="1719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 descr="C:\Users\MYW\AppData\Roaming\Tencent\Users\837926013\QQ\WinTemp\RichOle\WGD]U@Y4LQ@PU{BVXL@O_8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36912"/>
            <a:ext cx="8100268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60070"/>
            <a:ext cx="8229600" cy="5566410"/>
          </a:xfrm>
        </p:spPr>
        <p:txBody>
          <a:bodyPr/>
          <a:p>
            <a:endParaRPr lang="zh-CN" altLang="en-US"/>
          </a:p>
        </p:txBody>
      </p:sp>
      <p:pic>
        <p:nvPicPr>
          <p:cNvPr id="4" name="图片 3" descr="]NBSV9DRU@2}CPR8LIN(J3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9440" y="490220"/>
            <a:ext cx="7711440" cy="5876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92696"/>
            <a:ext cx="8398916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 descr="C:\Users\MYW\AppData\Roaming\Tencent\Users\837926013\QQ\WinTemp\RichOle\I2YF57TXXO$LZMCCUZDHAO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85773"/>
            <a:ext cx="6844302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686" y="5830189"/>
            <a:ext cx="4968552" cy="856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5740400" y="4744085"/>
              <a:ext cx="635" cy="11112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5740400" y="4744085"/>
                <a:ext cx="635" cy="111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5723255" y="4362450"/>
              <a:ext cx="76835" cy="8572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5723255" y="4362450"/>
                <a:ext cx="76835" cy="8572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894084"/>
            <a:ext cx="7632848" cy="462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4" y="620688"/>
            <a:ext cx="8877966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 descr="C:\Users\MYW\AppData\Roaming\Tencent\Users\837926013\QQ\WinTemp\RichOle\CUHW_P91L$$8Z%DDZ9D5G6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420888"/>
            <a:ext cx="5214919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:\Users\MYW\AppData\Roaming\Tencent\Users\837926013\QQ\WinTemp\RichOle\14F4L(%5GZ8K{(@%%LS6W)V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45" y="2533655"/>
            <a:ext cx="725252" cy="535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C:\Users\MYW\AppData\Roaming\Tencent\Users\837926013\QQ\WinTemp\RichOle\E1U(N4)M%_U)TMC2V5]6DJ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01" y="5085184"/>
            <a:ext cx="5573419" cy="122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547664" y="404664"/>
          <a:ext cx="453548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1" imgW="1477645" imgH="424815" progId="Equation.DSMT4">
                  <p:embed/>
                </p:oleObj>
              </mc:Choice>
              <mc:Fallback>
                <p:oleObj name="Equation" r:id="rId1" imgW="1477645" imgH="42481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04664"/>
                        <a:ext cx="4535487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 descr="R[5$FLDUTMS49KVFLZ$6Z]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220845"/>
            <a:ext cx="7863840" cy="1163320"/>
          </a:xfrm>
          <a:prstGeom prst="rect">
            <a:avLst/>
          </a:prstGeom>
        </p:spPr>
      </p:pic>
      <p:sp>
        <p:nvSpPr>
          <p:cNvPr id="5" name="内容占位符 4"/>
          <p:cNvSpPr/>
          <p:nvPr>
            <p:ph idx="1"/>
          </p:nvPr>
        </p:nvSpPr>
        <p:spPr>
          <a:xfrm>
            <a:off x="457200" y="1600200"/>
            <a:ext cx="8229600" cy="2485390"/>
          </a:xfrm>
        </p:spPr>
        <p:txBody>
          <a:bodyPr/>
          <a:p>
            <a:endParaRPr lang="zh-CN" altLang="en-US"/>
          </a:p>
        </p:txBody>
      </p:sp>
      <p:pic>
        <p:nvPicPr>
          <p:cNvPr id="6" name="图片 5" descr="JF3KU]FX{JF6]1}JF5QOME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350" y="2708910"/>
            <a:ext cx="7265035" cy="1203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379" y="404664"/>
            <a:ext cx="8820472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 descr="C:\Users\MYW\AppData\Roaming\Tencent\Users\837926013\QQ\WinTemp\RichOle\0DI4%F3{X0}P5L89R@YH@%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C:\Users\MYW\AppData\Roaming\Tencent\Users\837926013\QQ\WinTemp\RichOle\G7HA@CYL_6GT`WH{NYZ2%AI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" y="4725035"/>
            <a:ext cx="6600825" cy="158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04" y="260648"/>
            <a:ext cx="7685907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 descr="C:\Users\MYW\AppData\Roaming\Tencent\Users\837926013\QQ\WinTemp\RichOle\H6ENO%3J_OFSCR}~C30P87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852936"/>
            <a:ext cx="6769734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539" y="5999562"/>
            <a:ext cx="4997744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156325" y="4472940"/>
                <a:ext cx="2857500" cy="1753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b="1">
                    <a:solidFill>
                      <a:srgbClr val="FF0000"/>
                    </a:solidFill>
                  </a:rPr>
                  <a:t>若连续信源输出非负信号的均值被限定为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rgbClr val="FF0000"/>
                    </a:solidFill>
                  </a:rPr>
                  <a:t>，则其输出信号幅度的概率密度分布是指数分布时，信源具有最大熵。其值等于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𝑙𝑜𝑔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𝒎𝒆</m:t>
                    </m:r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b="1" i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325" y="4472940"/>
                <a:ext cx="2857500" cy="175323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8"/>
            <a:ext cx="9144000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6" y="2204796"/>
            <a:ext cx="9097044" cy="1512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130099"/>
            <a:ext cx="7482375" cy="1687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2348880"/>
            <a:ext cx="8229600" cy="1143000"/>
          </a:xfrm>
        </p:spPr>
        <p:txBody>
          <a:bodyPr/>
          <a:lstStyle/>
          <a:p>
            <a:r>
              <a:rPr lang="zh-CN" altLang="en-US" b="1" dirty="0" smtClean="0"/>
              <a:t>第五章习题课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836712"/>
            <a:ext cx="8197021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547001" y="3426994"/>
            <a:ext cx="7280572" cy="1010118"/>
            <a:chOff x="547001" y="3426994"/>
            <a:chExt cx="7280572" cy="1010118"/>
          </a:xfrm>
        </p:grpSpPr>
        <p:pic>
          <p:nvPicPr>
            <p:cNvPr id="11270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001" y="3429000"/>
              <a:ext cx="3441486" cy="100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1" name="Picture 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1920" y="3426994"/>
              <a:ext cx="3975653" cy="100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25144"/>
            <a:ext cx="8496944" cy="1146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447092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628800"/>
            <a:ext cx="5731249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068960"/>
            <a:ext cx="6768752" cy="109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628775"/>
            <a:ext cx="231457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51920" y="1916622"/>
            <a:ext cx="44644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 smtClean="0"/>
              <a:t>H(X)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H(X|Y=0)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H(X|Y=1)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H(X|Y=2)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H(X|Y)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H(Y)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16" y="1556792"/>
            <a:ext cx="9145016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434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15992"/>
            <a:ext cx="9135512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" y="2780665"/>
            <a:ext cx="8955405" cy="400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434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340" y="44237"/>
            <a:ext cx="9135512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-108585" y="2708910"/>
            <a:ext cx="9053195" cy="3695700"/>
            <a:chOff x="-171" y="4493"/>
            <a:chExt cx="14534" cy="582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" y="4493"/>
              <a:ext cx="14194" cy="114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71" y="5513"/>
              <a:ext cx="13830" cy="48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620688"/>
            <a:ext cx="8712969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060719"/>
            <a:ext cx="7881485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3" y="1484784"/>
            <a:ext cx="4419851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5605" y="764540"/>
            <a:ext cx="4286250" cy="657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1916430"/>
            <a:ext cx="6048375" cy="19145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0" y="4149090"/>
            <a:ext cx="6362700" cy="14097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9255,&quot;width&quot;:10215}"/>
</p:tagLst>
</file>

<file path=ppt/tags/tag2.xml><?xml version="1.0" encoding="utf-8"?>
<p:tagLst xmlns:p="http://schemas.openxmlformats.org/presentationml/2006/main">
  <p:tag name="KSO_WPP_MARK_KEY" val="6711f0e9-a595-4828-b0db-17876aa6e4b3"/>
  <p:tag name="COMMONDATA" val="eyJoZGlkIjoiMDBiMDBmOThhYWE2ZDZkNjY4YzI1NzE1ODdhZGNmZm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WPS 演示</Application>
  <PresentationFormat>全屏显示(4:3)</PresentationFormat>
  <Paragraphs>18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微软雅黑</vt:lpstr>
      <vt:lpstr>Arial Unicode MS</vt:lpstr>
      <vt:lpstr>Cambria Math</vt:lpstr>
      <vt:lpstr>Office 主题</vt:lpstr>
      <vt:lpstr>Equation.DSMT4</vt:lpstr>
      <vt:lpstr>第四章习题课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第五章习题课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第四章习题课</dc:title>
  <dc:creator>MYW</dc:creator>
  <cp:lastModifiedBy>文文</cp:lastModifiedBy>
  <cp:revision>24</cp:revision>
  <dcterms:created xsi:type="dcterms:W3CDTF">2020-04-14T11:49:00Z</dcterms:created>
  <dcterms:modified xsi:type="dcterms:W3CDTF">2022-10-16T14:01:53Z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7C3B13FEEC854C2D92E3788F20DCD5FA</vt:lpwstr>
  </property>
  <property fmtid="{D5CDD505-2E9C-101B-9397-08002B2CF9AE}" pid="3" name="KSOProductBuildVer">
    <vt:lpwstr>2052-11.1.0.12598</vt:lpwstr>
  </property>
</Properties>
</file>