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69" r:id="rId4"/>
    <p:sldId id="257" r:id="rId5"/>
    <p:sldId id="368" r:id="rId6"/>
    <p:sldId id="298" r:id="rId7"/>
    <p:sldId id="299" r:id="rId8"/>
    <p:sldId id="263" r:id="rId9"/>
    <p:sldId id="300" r:id="rId10"/>
    <p:sldId id="261" r:id="rId11"/>
    <p:sldId id="301" r:id="rId12"/>
    <p:sldId id="302" r:id="rId13"/>
    <p:sldId id="262" r:id="rId14"/>
    <p:sldId id="265" r:id="rId16"/>
    <p:sldId id="303" r:id="rId17"/>
    <p:sldId id="267" r:id="rId18"/>
    <p:sldId id="348" r:id="rId19"/>
    <p:sldId id="349" r:id="rId20"/>
    <p:sldId id="325" r:id="rId21"/>
    <p:sldId id="326" r:id="rId22"/>
    <p:sldId id="327" r:id="rId23"/>
    <p:sldId id="369" r:id="rId24"/>
    <p:sldId id="370" r:id="rId25"/>
    <p:sldId id="371" r:id="rId26"/>
    <p:sldId id="372" r:id="rId27"/>
    <p:sldId id="373" r:id="rId28"/>
    <p:sldId id="268" r:id="rId29"/>
    <p:sldId id="270" r:id="rId30"/>
    <p:sldId id="271" r:id="rId31"/>
    <p:sldId id="272" r:id="rId32"/>
    <p:sldId id="273" r:id="rId33"/>
    <p:sldId id="274" r:id="rId34"/>
    <p:sldId id="275" r:id="rId35"/>
    <p:sldId id="374" r:id="rId36"/>
    <p:sldId id="276" r:id="rId37"/>
    <p:sldId id="277" r:id="rId38"/>
    <p:sldId id="342" r:id="rId39"/>
    <p:sldId id="278" r:id="rId40"/>
    <p:sldId id="279" r:id="rId41"/>
    <p:sldId id="376" r:id="rId42"/>
    <p:sldId id="377" r:id="rId43"/>
    <p:sldId id="375" r:id="rId44"/>
    <p:sldId id="280" r:id="rId45"/>
    <p:sldId id="282" r:id="rId46"/>
    <p:sldId id="283" r:id="rId47"/>
  </p:sldIdLst>
  <p:sldSz cx="9144000" cy="6858000" type="screen4x3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-198" y="-90"/>
      </p:cViewPr>
      <p:guideLst>
        <p:guide orient="horz" pos="20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gs" Target="tags/tag5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DB7A2-C76F-47B5-9C54-B508EA9932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61D08-C67E-48AD-B545-E32E5A7F90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61D08-C67E-48AD-B545-E32E5A7F90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61D08-C67E-48AD-B545-E32E5A7F90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tags" Target="../tags/tag4.xml"/><Relationship Id="rId4" Type="http://schemas.openxmlformats.org/officeDocument/2006/relationships/image" Target="../media/image62.png"/><Relationship Id="rId3" Type="http://schemas.openxmlformats.org/officeDocument/2006/relationships/tags" Target="../tags/tag3.xml"/><Relationship Id="rId2" Type="http://schemas.openxmlformats.org/officeDocument/2006/relationships/image" Target="../media/image61.png"/><Relationship Id="rId1" Type="http://schemas.openxmlformats.org/officeDocument/2006/relationships/tags" Target="../tags/tag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习题课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第二章习题课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41119"/>
            <a:ext cx="8568953" cy="134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11" y="4863836"/>
            <a:ext cx="4536504" cy="38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519387"/>
            <a:ext cx="4238104" cy="909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405418"/>
            <a:ext cx="2304256" cy="402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827584" y="2996952"/>
            <a:ext cx="4318520" cy="1866884"/>
            <a:chOff x="827584" y="2996952"/>
            <a:chExt cx="4318520" cy="1866884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2996952"/>
              <a:ext cx="4034408" cy="1866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流程图: 过程 4"/>
            <p:cNvSpPr/>
            <p:nvPr/>
          </p:nvSpPr>
          <p:spPr>
            <a:xfrm>
              <a:off x="3851920" y="2996952"/>
              <a:ext cx="1294184" cy="360040"/>
            </a:xfrm>
            <a:prstGeom prst="flowChartProcess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=1.415(</a:t>
              </a:r>
              <a:r>
                <a:rPr lang="zh-CN" altLang="en-US" sz="1600" dirty="0" smtClean="0"/>
                <a:t>比特</a:t>
              </a:r>
              <a:r>
                <a:rPr lang="en-US" altLang="zh-CN" sz="1600" dirty="0" smtClean="0"/>
                <a:t>)</a:t>
              </a:r>
              <a:endParaRPr lang="zh-CN" altLang="en-US" sz="1600" dirty="0"/>
            </a:p>
          </p:txBody>
        </p:sp>
      </p:grpSp>
      <p:pic>
        <p:nvPicPr>
          <p:cNvPr id="3" name="图片 2"/>
          <p:cNvPicPr/>
          <p:nvPr/>
        </p:nvPicPr>
        <p:blipFill>
          <a:blip r:embed="rId6"/>
          <a:stretch>
            <a:fillRect/>
          </a:stretch>
        </p:blipFill>
        <p:spPr>
          <a:xfrm>
            <a:off x="3996055" y="5229225"/>
            <a:ext cx="4830445" cy="1360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1505" y="1701165"/>
            <a:ext cx="8229600" cy="996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05" y="2781300"/>
            <a:ext cx="6178550" cy="3416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08000"/>
            <a:ext cx="8229600" cy="5618480"/>
          </a:xfrm>
        </p:spPr>
        <p:txBody>
          <a:bodyPr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J$15G$3(H9CKPI$VE`H6{HK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560" y="621030"/>
            <a:ext cx="8823325" cy="1643380"/>
          </a:xfrm>
          <a:prstGeom prst="rect">
            <a:avLst/>
          </a:prstGeom>
        </p:spPr>
      </p:pic>
      <p:pic>
        <p:nvPicPr>
          <p:cNvPr id="5" name="图片 4" descr="_0{C6XJNJR5A2PFE3KLSBF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" y="2708910"/>
            <a:ext cx="8989060" cy="92265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899795" y="3933190"/>
            <a:ext cx="6497320" cy="1480820"/>
            <a:chOff x="1417" y="6194"/>
            <a:chExt cx="10232" cy="2332"/>
          </a:xfrm>
        </p:grpSpPr>
        <p:pic>
          <p:nvPicPr>
            <p:cNvPr id="6" name="图片 5" descr="VX8_C[UAI{}ZT}NVB3TZ0B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7" y="6194"/>
              <a:ext cx="10233" cy="1496"/>
            </a:xfrm>
            <a:prstGeom prst="rect">
              <a:avLst/>
            </a:prstGeom>
          </p:spPr>
        </p:pic>
        <p:pic>
          <p:nvPicPr>
            <p:cNvPr id="7" name="图片 6" descr="%RKR5N1)MZ91F}EY1DH5K5O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59" y="7782"/>
              <a:ext cx="5676" cy="7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" name="内容占位符 8" descr=")S6~(8U@G68HQ3SQB8QY3D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5605" y="1845310"/>
            <a:ext cx="764667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229600" cy="109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46786"/>
            <a:ext cx="505093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755" y="3141345"/>
            <a:ext cx="3456305" cy="2855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22910"/>
            <a:ext cx="8229600" cy="5703570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]%34(UO8V80)9ED4DASTN8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" y="1194435"/>
            <a:ext cx="7582535" cy="4153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429000"/>
            <a:ext cx="2025113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229600" cy="1676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2555875" y="3418840"/>
            <a:ext cx="3111500" cy="2172970"/>
            <a:chOff x="4025" y="5384"/>
            <a:chExt cx="4900" cy="3422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5" y="5384"/>
              <a:ext cx="4900" cy="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4" y="7906"/>
              <a:ext cx="261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01" y="5591522"/>
            <a:ext cx="6135082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636" y="3573016"/>
            <a:ext cx="2943779" cy="1222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23875"/>
            <a:ext cx="8229600" cy="5602605"/>
          </a:xfrm>
        </p:spPr>
        <p:txBody>
          <a:bodyPr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4~@[AVACX56M~JZT)($AU{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836930"/>
            <a:ext cx="7276465" cy="297116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043305" y="4077335"/>
            <a:ext cx="6631940" cy="1828165"/>
            <a:chOff x="1643" y="6421"/>
            <a:chExt cx="10444" cy="2879"/>
          </a:xfrm>
        </p:grpSpPr>
        <p:pic>
          <p:nvPicPr>
            <p:cNvPr id="6" name="图片 5" descr="{`R75@XR(3$ZU}L1]`IPQB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3" y="6421"/>
              <a:ext cx="9608" cy="1106"/>
            </a:xfrm>
            <a:prstGeom prst="rect">
              <a:avLst/>
            </a:prstGeom>
          </p:spPr>
        </p:pic>
        <p:pic>
          <p:nvPicPr>
            <p:cNvPr id="7" name="图片 6" descr="`1V6%RH}{MYXNWLUX%O@%1U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" y="7782"/>
              <a:ext cx="10445" cy="151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0520"/>
            <a:ext cx="8229600" cy="5775960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SG9NRFD$M%6NOXX2Z~L@7`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341120"/>
            <a:ext cx="7408545" cy="2278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229600" cy="171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135737"/>
            <a:ext cx="7226450" cy="1471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229600" cy="171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 descr="AB8_4PK~F~R1_S3ASBO2X~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3213100"/>
            <a:ext cx="4083685" cy="1890395"/>
          </a:xfrm>
          <a:prstGeom prst="rect">
            <a:avLst/>
          </a:prstGeom>
        </p:spPr>
      </p:pic>
      <p:pic>
        <p:nvPicPr>
          <p:cNvPr id="4" name="图片 3" descr="ZW5BW0{$3WDB7A{6%U]O9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56835"/>
            <a:ext cx="6950710" cy="1642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ZW5BW0{$3WDB7A{6%U]O9O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1980" y="2292350"/>
            <a:ext cx="7940040" cy="1908175"/>
          </a:xfrm>
          <a:prstGeom prst="rect">
            <a:avLst/>
          </a:prstGeom>
        </p:spPr>
      </p:pic>
      <p:pic>
        <p:nvPicPr>
          <p:cNvPr id="5" name="图片 4" descr="R$91EC4L24@I5QC~R(IU}D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40" y="476885"/>
            <a:ext cx="4110355" cy="1815465"/>
          </a:xfrm>
          <a:prstGeom prst="rect">
            <a:avLst/>
          </a:prstGeom>
        </p:spPr>
      </p:pic>
      <p:pic>
        <p:nvPicPr>
          <p:cNvPr id="6" name="图片 5" descr="1S1WI`58TLI~O5)60)0}N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4437380"/>
            <a:ext cx="6694170" cy="1537335"/>
          </a:xfrm>
          <a:prstGeom prst="rect">
            <a:avLst/>
          </a:prstGeom>
        </p:spPr>
      </p:pic>
      <p:pic>
        <p:nvPicPr>
          <p:cNvPr id="7" name="图片 6" descr="IX}LN8A`P3~LVHAY[SCFVY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05" y="6021705"/>
            <a:ext cx="8381365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2808312" cy="358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51920" y="2225867"/>
            <a:ext cx="4464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H(X)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H(X|Y=0)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H(X|Y=1)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H(X|Y=2)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H(Y)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2808312" cy="358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51920" y="2225867"/>
            <a:ext cx="4464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H(X)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H(X|Y=0)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H(X|Y=1)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H(X|Y=2)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H(Y)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2808312" cy="358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51920" y="2225867"/>
            <a:ext cx="4464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H(X)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H(X|Y=0)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H(X|Y=1)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H(X|Y=2)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H(Y)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4840"/>
            <a:ext cx="8229600" cy="5501640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CJM$F{@5JJJA@O}161KU06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0" y="909320"/>
            <a:ext cx="8144510" cy="644525"/>
          </a:xfrm>
          <a:prstGeom prst="rect">
            <a:avLst/>
          </a:prstGeom>
        </p:spPr>
      </p:pic>
      <p:pic>
        <p:nvPicPr>
          <p:cNvPr id="5" name="图片 4" descr="7)GAN)YQL~`{]WV$RU(ZH9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772920"/>
            <a:ext cx="2647950" cy="2581275"/>
          </a:xfrm>
          <a:prstGeom prst="rect">
            <a:avLst/>
          </a:prstGeom>
        </p:spPr>
      </p:pic>
      <p:pic>
        <p:nvPicPr>
          <p:cNvPr id="6" name="图片 5" descr="WSKV[MDOFE%ORO5N7ERM][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310" y="1772920"/>
            <a:ext cx="5761990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36245"/>
            <a:ext cx="8229600" cy="5690235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RACX2D{T(Y)XCI6_C$X7~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549275"/>
            <a:ext cx="6404610" cy="2414270"/>
          </a:xfrm>
          <a:prstGeom prst="rect">
            <a:avLst/>
          </a:prstGeom>
        </p:spPr>
      </p:pic>
      <p:pic>
        <p:nvPicPr>
          <p:cNvPr id="5" name="图片 4" descr="50Q8W}IQ8R$EU4C(DAF9A[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30" y="3285490"/>
            <a:ext cx="6391275" cy="350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24510"/>
            <a:ext cx="8229600" cy="5601970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OWXR5QK~[P_2ZFEKO[AJ@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621030"/>
            <a:ext cx="7980680" cy="5278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840"/>
            <a:ext cx="8229600" cy="66230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FF0000"/>
                </a:solidFill>
              </a:rPr>
              <a:t>应用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1505" y="694690"/>
            <a:ext cx="8073390" cy="264922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3429000"/>
            <a:ext cx="7995285" cy="3410585"/>
          </a:xfrm>
          <a:prstGeom prst="rect">
            <a:avLst/>
          </a:prstGeom>
          <a:ln w="31750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7360" y="44450"/>
            <a:ext cx="7637145" cy="3552190"/>
          </a:xfrm>
          <a:prstGeom prst="rect">
            <a:avLst/>
          </a:prstGeom>
          <a:ln w="31750">
            <a:solidFill>
              <a:schemeClr val="accent1"/>
            </a:solidFill>
          </a:ln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467360" y="3644900"/>
            <a:ext cx="6917690" cy="3129915"/>
          </a:xfrm>
          <a:prstGeom prst="rect">
            <a:avLst/>
          </a:prstGeom>
          <a:ln w="31750">
            <a:solidFill>
              <a:srgbClr val="C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9115" y="188595"/>
            <a:ext cx="8001000" cy="384810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4221480"/>
            <a:ext cx="7199630" cy="1755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9160" y="59690"/>
            <a:ext cx="7145655" cy="308737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827405" y="3147060"/>
            <a:ext cx="6756400" cy="3616960"/>
          </a:xfrm>
          <a:prstGeom prst="rect">
            <a:avLst/>
          </a:prstGeom>
          <a:ln w="31750"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4960" y="332740"/>
            <a:ext cx="8752205" cy="63315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                   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4800" b="1" dirty="0" smtClean="0"/>
              <a:t>               第三</a:t>
            </a:r>
            <a:r>
              <a:rPr lang="zh-CN" altLang="en-US" sz="4800" b="1" dirty="0"/>
              <a:t>章习题课</a:t>
            </a:r>
            <a:endParaRPr lang="zh-CN" altLang="en-US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7505700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573016"/>
            <a:ext cx="27051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30" y="123788"/>
            <a:ext cx="5274846" cy="2004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C:\Users\MYW\AppData\Roaming\Tencent\Users\837926013\QQ\WinTemp\RichOle\)LOD@@E6K75NRC(WM2N6YI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8840"/>
            <a:ext cx="5952661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MYW\AppData\Roaming\Tencent\Users\837926013\QQ\WinTemp\RichOle\[YUKXUYDV9$H1CC8Y)ZT}A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42" y="4653136"/>
            <a:ext cx="4901905" cy="19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MYW\AppData\Roaming\Tencent\Users\837926013\QQ\WinTemp\RichOle\KXF@K(87T6Y3M[9RL8[HCKC.pn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8640"/>
            <a:ext cx="6561175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1" descr="C:\Users\MYW\AppData\Roaming\Tencent\Users\837926013\QQ\WinTemp\RichOle\XBNS7QUB$]G5DOMZ99]H@%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76872"/>
            <a:ext cx="7416824" cy="451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YW\AppData\Roaming\Tencent\Users\837926013\QQ\WinTemp\RichOle\_C8~L~2PD[UEKNFURZMLTOB.pn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6840760" cy="209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" descr="C:\Users\MYW\AppData\Roaming\Tencent\Users\837926013\QQ\WinTemp\RichOle\J0P1X2872U({Y%CRFZ}54{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852936"/>
            <a:ext cx="6180394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8265447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 descr="C:\Users\MYW\AppData\Roaming\Tencent\Users\837926013\QQ\WinTemp\RichOle\7PWKVO~RR~CP`KTL~C}AW]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73016"/>
            <a:ext cx="8086634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908720"/>
            <a:ext cx="8673891" cy="115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75" y="2204864"/>
            <a:ext cx="25336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 descr="~R56VIP~$E7ORX`L1COW{BQ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60065" y="2780665"/>
            <a:ext cx="6035675" cy="2964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9115" y="476885"/>
            <a:ext cx="7279640" cy="393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765175"/>
            <a:ext cx="4395470" cy="3227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5" y="4365625"/>
            <a:ext cx="7783195" cy="1297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900" y="1748790"/>
            <a:ext cx="389636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237715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D1_[[]YFA(IN7R9ZH%O(2F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3860800"/>
            <a:ext cx="6324600" cy="2000250"/>
          </a:xfrm>
          <a:prstGeom prst="rect">
            <a:avLst/>
          </a:prstGeom>
        </p:spPr>
      </p:pic>
      <p:pic>
        <p:nvPicPr>
          <p:cNvPr id="6" name="图片 5" descr="~{@X7CJPTGNJ(4GG{R)J7V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95" y="2277110"/>
            <a:ext cx="6858000" cy="1466850"/>
          </a:xfrm>
          <a:prstGeom prst="rect">
            <a:avLst/>
          </a:prstGeom>
        </p:spPr>
      </p:pic>
      <p:pic>
        <p:nvPicPr>
          <p:cNvPr id="7" name="图片 6" descr="IBUKT}EMBJ_]8BDV`~2(RG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720" y="908685"/>
            <a:ext cx="2038350" cy="70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5R@8Z1A44WQ~IE([MDP](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2348865"/>
            <a:ext cx="5857875" cy="1543050"/>
          </a:xfrm>
          <a:prstGeom prst="rect">
            <a:avLst/>
          </a:prstGeom>
        </p:spPr>
      </p:pic>
      <p:pic>
        <p:nvPicPr>
          <p:cNvPr id="5" name="图片 4" descr="A5%}[MZU61X$3K0{7MD@BF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3717290"/>
            <a:ext cx="6629400" cy="2543175"/>
          </a:xfrm>
          <a:prstGeom prst="rect">
            <a:avLst/>
          </a:prstGeom>
        </p:spPr>
      </p:pic>
      <p:pic>
        <p:nvPicPr>
          <p:cNvPr id="6" name="图片 5" descr="`~%(Y}OBH((R98US4G6(Y@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65" y="836930"/>
            <a:ext cx="238125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8229600" cy="199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C:\Users\MYW\AppData\Roaming\Tencent\Users\837926013\QQ\WinTemp\RichOle\VG}{WY`_527UM8SF~L3H1T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97" y="3389514"/>
            <a:ext cx="6982254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6696744" cy="248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 descr="C:\Users\MYW\AppData\Roaming\Tencent\Users\837926013\QQ\WinTemp\RichOle\XI)AL}CM]TPP3WC$1]L~(%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5" y="2780928"/>
            <a:ext cx="907687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1505" y="332740"/>
            <a:ext cx="7040880" cy="32385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51460" y="3717290"/>
            <a:ext cx="5951220" cy="2271395"/>
            <a:chOff x="396" y="5854"/>
            <a:chExt cx="9372" cy="357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0" y="5854"/>
              <a:ext cx="8352" cy="112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" y="6875"/>
              <a:ext cx="9372" cy="255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9115" y="405130"/>
            <a:ext cx="6949440" cy="3238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3789045"/>
            <a:ext cx="7200900" cy="25222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7360" y="908685"/>
            <a:ext cx="7178040" cy="22783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44824"/>
            <a:ext cx="3384376" cy="3585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636912"/>
            <a:ext cx="5423896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5688632" cy="477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692696"/>
            <a:ext cx="5544616" cy="540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2250,&quot;width&quot;:13050}"/>
</p:tagLst>
</file>

<file path=ppt/tags/tag2.xml><?xml version="1.0" encoding="utf-8"?>
<p:tagLst xmlns:p="http://schemas.openxmlformats.org/presentationml/2006/main">
  <p:tag name="KSO_WM_UNIT_PLACING_PICTURE_USER_VIEWPORT" val="{&quot;height&quot;:1814.3763779527558,&quot;width&quot;:13659.670866141732}"/>
</p:tagLst>
</file>

<file path=ppt/tags/tag3.xml><?xml version="1.0" encoding="utf-8"?>
<p:tagLst xmlns:p="http://schemas.openxmlformats.org/presentationml/2006/main">
  <p:tag name="KSO_WM_UNIT_PLACING_PICTURE_USER_VIEWPORT" val="{&quot;height&quot;:4440,&quot;width&quot;:3990}"/>
</p:tagLst>
</file>

<file path=ppt/tags/tag4.xml><?xml version="1.0" encoding="utf-8"?>
<p:tagLst xmlns:p="http://schemas.openxmlformats.org/presentationml/2006/main">
  <p:tag name="KSO_WM_UNIT_PLACING_PICTURE_USER_VIEWPORT" val="{&quot;height&quot;:4620,&quot;width&quot;:10785}"/>
</p:tagLst>
</file>

<file path=ppt/tags/tag5.xml><?xml version="1.0" encoding="utf-8"?>
<p:tagLst xmlns:p="http://schemas.openxmlformats.org/presentationml/2006/main">
  <p:tag name="KSO_WPP_MARK_KEY" val="d8a95408-ce7c-4cab-acff-773562c1a523"/>
  <p:tag name="COMMONDATA" val="eyJoZGlkIjoiMDBiMDBmOThhYWE2ZDZkNjY4YzI1NzE1ODdhZGNmZ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WPS 演示</Application>
  <PresentationFormat>全屏显示(4:3)</PresentationFormat>
  <Paragraphs>60</Paragraphs>
  <Slides>44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习题课</vt:lpstr>
      <vt:lpstr>第二章习题课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习题课</dc:title>
  <dc:creator>MYW</dc:creator>
  <cp:lastModifiedBy>文文</cp:lastModifiedBy>
  <cp:revision>63</cp:revision>
  <cp:lastPrinted>2020-03-10T19:29:00Z</cp:lastPrinted>
  <dcterms:created xsi:type="dcterms:W3CDTF">2020-03-10T19:01:00Z</dcterms:created>
  <dcterms:modified xsi:type="dcterms:W3CDTF">2025-10-19T11:31:50Z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D2DFFC6451F444B8A0590B0D1549FCC3_13</vt:lpwstr>
  </property>
  <property fmtid="{D5CDD505-2E9C-101B-9397-08002B2CF9AE}" pid="3" name="KSOProductBuildVer">
    <vt:lpwstr>2052-12.1.0.23125</vt:lpwstr>
  </property>
</Properties>
</file>