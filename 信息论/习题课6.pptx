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  <p:sldId id="271" r:id="rId19"/>
    <p:sldId id="273" r:id="rId20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4649" autoAdjust="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习题课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第六章习题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                              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                              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0" y="980728"/>
            <a:ext cx="8961500" cy="3116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8991180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52736"/>
            <a:ext cx="914400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" y="3789040"/>
            <a:ext cx="7993948" cy="114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860611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1" y="2450940"/>
            <a:ext cx="9112987" cy="3660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2" y="692696"/>
            <a:ext cx="8725109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64" y="2780927"/>
            <a:ext cx="9147864" cy="116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8259638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28800"/>
            <a:ext cx="858485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第七章习题</a:t>
            </a:r>
            <a:endParaRPr lang="zh-CN" alt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810971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743782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7056784" cy="491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149080"/>
            <a:ext cx="32670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rcRect t="-2657" b="2657"/>
          <a:stretch>
            <a:fillRect/>
          </a:stretch>
        </p:blipFill>
        <p:spPr>
          <a:xfrm>
            <a:off x="539750" y="692150"/>
            <a:ext cx="7900670" cy="2736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72816"/>
            <a:ext cx="8229600" cy="2805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64704"/>
            <a:ext cx="7769266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0768"/>
            <a:ext cx="7287210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955767"/>
            <a:ext cx="6264696" cy="921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91" y="3861048"/>
            <a:ext cx="8010865" cy="2874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9" y="1628800"/>
            <a:ext cx="8752202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8953243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5605" y="620395"/>
            <a:ext cx="7115175" cy="19685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c0ZTVlYWNlMTcwNzI1YzBkZTQyYWYxYTEzOGFjNm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全屏显示(4:3)</PresentationFormat>
  <Paragraphs>10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习题课</vt:lpstr>
      <vt:lpstr>第六章习题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第七章习题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习题课</dc:title>
  <dc:creator>MYW</dc:creator>
  <cp:lastModifiedBy>文文</cp:lastModifiedBy>
  <cp:revision>10</cp:revision>
  <dcterms:created xsi:type="dcterms:W3CDTF">2020-05-10T15:33:00Z</dcterms:created>
  <dcterms:modified xsi:type="dcterms:W3CDTF">2024-11-21T16:54:34Z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19FF50A27889429FA228238A2CC12395_12</vt:lpwstr>
  </property>
  <property fmtid="{D5CDD505-2E9C-101B-9397-08002B2CF9AE}" pid="3" name="KSOProductBuildVer">
    <vt:lpwstr>2052-12.1.0.18608</vt:lpwstr>
  </property>
</Properties>
</file>